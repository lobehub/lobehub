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08990">
              <a:spcBef>
                <a:spcPts val="0"/>
              </a:spcBef>
              <a:buSzTx/>
              <a:buNone/>
              <a:defRPr sz="3234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正文级别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演示文稿标题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白色未来感弧形结构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作者和日期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08990">
              <a:spcBef>
                <a:spcPts val="0"/>
              </a:spcBef>
              <a:buSzTx/>
              <a:buNone/>
              <a:defRPr sz="3234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23" name="正文级别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演示文稿标题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白色弧形层叠图案的特写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43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白色弧形石头边缘的特写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幻灯片副标题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62" name="幻灯片标题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幻灯片标题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100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议程副标题</a:t>
            </a:r>
          </a:p>
        </p:txBody>
      </p:sp>
      <p:sp>
        <p:nvSpPr>
          <p:cNvPr id="109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议程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spcBef>
                <a:spcPts val="0"/>
              </a:spcBef>
              <a:buSzTx/>
              <a:buNone/>
              <a:defRPr sz="342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白色弧形层叠图案的特写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灰色石头层叠图案的特写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白色罗纹图案的特写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棱角分明且带阴影的未来感白色走廊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Hello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Hello</a:t>
            </a:r>
          </a:p>
        </p:txBody>
      </p:sp>
      <p:sp>
        <p:nvSpPr>
          <p:cNvPr id="173" name="Page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Page1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Word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Word</a:t>
            </a:r>
          </a:p>
        </p:txBody>
      </p:sp>
      <p:sp>
        <p:nvSpPr>
          <p:cNvPr id="177" name="Page2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Page2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