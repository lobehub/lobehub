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8" r:id="rId10"/>
    <p:sldId id="256" r:id="rId8"/>
    <p:sldId id="257" r:id="rId9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arget="slides/slide3.xml" Type="http://schemas.openxmlformats.org/officeDocument/2006/relationships/slid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Series 1</c:v>
          </c:tx>
          <c:spPr>
            <a:solidFill>
              <a:srgbClr val="1677FF"/>
            </a:solidFill>
          </c:spPr>
          <c:cat>
            <c:strLit>
              <c:ptCount val="3"/>
              <c:pt idx="0">
                <c:v>Preview</c:v>
              </c:pt>
              <c:pt idx="1">
                <c:v>Reopen</c:v>
              </c:pt>
              <c:pt idx="2">
                <c:v>Export</c:v>
              </c:pt>
            </c:strLit>
          </c:cat>
          <c:val>
            <c:numLit>
              <c:formatCode>General</c:formatCode>
              <c:ptCount val="3"/>
              <c:pt idx="0">
                <c:v>98</c:v>
              </c:pt>
              <c:pt idx="1">
                <c:v>98</c:v>
              </c:pt>
              <c:pt idx="2">
                <c:v>98</c:v>
              </c:pt>
            </c:numLit>
          </c:val>
        </c:ser>
        <c:axId val="1723849264"/>
        <c:axId val="1723850688"/>
      </c:barChart>
      <c:catAx>
        <c:axId val="1723849264"/>
        <c:scaling>
          <c:orientation val="minMax"/>
        </c:scaling>
        <c:delete val="0"/>
        <c:axPos val="b"/>
        <c:tickLblPos val="nextTo"/>
        <c:crossAx val="1723850688"/>
        <c:crosses val="autoZero"/>
        <c:auto val="1"/>
        <c:lblAlgn val="ctr"/>
        <c:lblOffset val="100"/>
      </c:catAx>
      <c:valAx>
        <c:axId val="1723850688"/>
        <c:scaling>
          <c:orientation val="minMax"/>
        </c:scaling>
        <c:delete val="0"/>
        <c:axPos val="l"/>
        <c:majorGridlines/>
        <c:numFmt formatCode="General" sourceLinked="1"/>
        <c:tickLblPos val="nextTo"/>
        <c:crossAx val="1723849264"/>
        <c:crosses val="autoZero"/>
        <c:crossBetween val="between"/>
      </c:valAx>
    </c:plotArea>
    <c:plotVisOnly val="1"/>
    <c:dispBlanksAs val="gap"/>
  </c:chart>
  <c:printSettings>
    <c:headerFooter/>
    <c:pageMargins b="0.75" l="0.7" r="0.7" t="0.75" header="0.3" footer="0.3"/>
    <c:pageSetup/>
  </c:printSettings>
</c:chartSpac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08990">
              <a:spcBef>
                <a:spcPts val="0"/>
              </a:spcBef>
              <a:buSzTx/>
              <a:buNone/>
              <a:defRPr sz="3234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作者和日期</a:t>
            </a:r>
          </a:p>
        </p:txBody>
      </p:sp>
      <p:sp>
        <p:nvSpPr>
          <p:cNvPr id="12" name="正文级别 1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演示文稿标题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演示文稿标题</a:t>
            </a:r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白色未来感弧形结构"/>
          <p:cNvSpPr/>
          <p:nvPr>
            <p:ph type="pic" idx="21"/>
          </p:nvPr>
        </p:nvSpPr>
        <p:spPr>
          <a:xfrm>
            <a:off x="0" y="-5397500"/>
            <a:ext cx="27190700" cy="203930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作者和日期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08990">
              <a:spcBef>
                <a:spcPts val="0"/>
              </a:spcBef>
              <a:buSzTx/>
              <a:buNone/>
              <a:defRPr sz="3234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作者和日期</a:t>
            </a:r>
          </a:p>
        </p:txBody>
      </p:sp>
      <p:sp>
        <p:nvSpPr>
          <p:cNvPr id="23" name="正文级别 1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演示文稿副标题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演示文稿标题"/>
          <p:cNvSpPr txBox="1"/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演示文稿标题</a:t>
            </a:r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白色弧形层叠图案的特写"/>
          <p:cNvSpPr/>
          <p:nvPr>
            <p:ph type="pic" idx="21"/>
          </p:nvPr>
        </p:nvSpPr>
        <p:spPr>
          <a:xfrm>
            <a:off x="11569700" y="0"/>
            <a:ext cx="13716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幻灯片副标题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副标题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幻灯片副标题</a:t>
            </a:r>
          </a:p>
        </p:txBody>
      </p:sp>
      <p:sp>
        <p:nvSpPr>
          <p:cNvPr id="43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白色弧形石头边缘的特写"/>
          <p:cNvSpPr/>
          <p:nvPr>
            <p:ph type="pic" idx="21"/>
          </p:nvPr>
        </p:nvSpPr>
        <p:spPr>
          <a:xfrm>
            <a:off x="12382500" y="-1206500"/>
            <a:ext cx="12103100" cy="16140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幻灯片副标题"/>
          <p:cNvSpPr txBox="1"/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幻灯片副标题</a:t>
            </a:r>
          </a:p>
        </p:txBody>
      </p:sp>
      <p:sp>
        <p:nvSpPr>
          <p:cNvPr id="62" name="幻灯片标题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63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小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幻灯片副标题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幻灯片副标题</a:t>
            </a:r>
          </a:p>
        </p:txBody>
      </p:sp>
      <p:sp>
        <p:nvSpPr>
          <p:cNvPr id="7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73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标题、项目符号与实时视频（大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幻灯片副标题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幻灯片副标题</a:t>
            </a:r>
          </a:p>
        </p:txBody>
      </p:sp>
      <p:sp>
        <p:nvSpPr>
          <p:cNvPr id="82" name="幻灯片标题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83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章节标题"/>
          <p:cNvSpPr txBox="1"/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章节标题</a:t>
            </a:r>
          </a:p>
        </p:txBody>
      </p:sp>
      <p:sp>
        <p:nvSpPr>
          <p:cNvPr id="9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幻灯片副标题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幻灯片副标题</a:t>
            </a:r>
          </a:p>
        </p:txBody>
      </p:sp>
      <p:sp>
        <p:nvSpPr>
          <p:cNvPr id="100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幻灯片标题</a:t>
            </a:r>
          </a:p>
        </p:txBody>
      </p:sp>
      <p:sp>
        <p:nvSpPr>
          <p:cNvPr id="10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议程副标题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67715">
              <a:spcBef>
                <a:spcPts val="0"/>
              </a:spcBef>
              <a:buSzTx/>
              <a:buNone/>
              <a:defRPr sz="5115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议程副标题</a:t>
            </a:r>
          </a:p>
        </p:txBody>
      </p:sp>
      <p:sp>
        <p:nvSpPr>
          <p:cNvPr id="109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议程主题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议程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议程标题</a:t>
            </a:r>
          </a:p>
        </p:txBody>
      </p:sp>
      <p:sp>
        <p:nvSpPr>
          <p:cNvPr id="11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正文级别 1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说明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正文级别 1…"/>
          <p:cNvSpPr txBox="1"/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事实信息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事实信息</a:t>
            </a:r>
          </a:p>
        </p:txBody>
      </p:sp>
      <p:sp>
        <p:nvSpPr>
          <p:cNvPr id="12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出自"/>
          <p:cNvSpPr txBox="1"/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84225">
              <a:spcBef>
                <a:spcPts val="0"/>
              </a:spcBef>
              <a:buSzTx/>
              <a:buNone/>
              <a:defRPr sz="342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出自</a:t>
            </a:r>
          </a:p>
        </p:txBody>
      </p:sp>
      <p:sp>
        <p:nvSpPr>
          <p:cNvPr id="136" name="正文级别 1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“著名引文”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白色弧形层叠图案的特写"/>
          <p:cNvSpPr/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灰色石头层叠图案的特写"/>
          <p:cNvSpPr/>
          <p:nvPr>
            <p:ph type="pic" sz="quarter" idx="22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白色罗纹图案的特写"/>
          <p:cNvSpPr/>
          <p:nvPr>
            <p:ph type="pic" sz="quarter" idx="23"/>
          </p:nvPr>
        </p:nvSpPr>
        <p:spPr>
          <a:xfrm>
            <a:off x="14621933" y="3632200"/>
            <a:ext cx="9677401" cy="64572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棱角分明且带阴影的未来感白色走廊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幻灯片项目符号文本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23538179" y="12443459"/>
            <a:ext cx="408941" cy="444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arget="../charts/chart1.xml" Type="http://schemas.openxmlformats.org/officeDocument/2006/relationships/chart"/><Relationship Id="rId3" Target="../media/chartFallback1.png" Type="http://schemas.openxmlformats.org/officeDocument/2006/relationships/image"/><Relationship Id="rId4" Target="../media/image1.png" Type="http://schemas.openxmlformats.org/officeDocument/2006/relationships/image"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arget="../charts/chart1.xml" Type="http://schemas.openxmlformats.org/officeDocument/2006/relationships/chart"/><Relationship Id="rId3" Target="../media/chartFallback1.png" Type="http://schemas.openxmlformats.org/officeDocument/2006/relationships/image"/><Relationship Id="rId4" Target="../media/image1.png" Type="http://schemas.openxmlformats.org/officeDocument/2006/relationships/imag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作者和日期"/>
          <p:cNvSpPr txBox="1"/>
          <p:nvPr>
            <p:ph type="body" idx="2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Hello"/>
          <p:cNvSpPr txBox="1"/>
          <p:nvPr>
            <p:ph type="subTitle" sz="quarter" idx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/>
          <a:p>
            <a:pPr/>
            <a:r>
              <a:t>Hello</a:t>
            </a:r>
          </a:p>
        </p:txBody>
      </p:sp>
      <p:sp>
        <p:nvSpPr>
          <p:cNvPr id="173" name="Page1"/>
          <p:cNvSpPr txBox="1"/>
          <p:nvPr>
            <p:ph type="ctrTitle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/>
          <a:lstStyle/>
          <a:p>
            <a:pPr/>
            <a:r>
              <a:t>Page1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1200000" y="900000"/>
            <a:ext cx="4600000" cy="1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r>
              <a:rPr lang="en-US" sz="2400"/>
              <a:t>PPT editing fidelity</a:t>
            </a:r>
            <a:endParaRPr lang="en-US" sz="2400"/>
          </a:p>
        </p:txBody>
      </p:sp>
      <p:sp>
        <p:nvSpPr>
          <p:cNvPr id="175" name="Shape 175"/>
          <p:cNvSpPr txBox="0"/>
          <p:nvPr/>
        </p:nvSpPr>
        <p:spPr>
          <a:xfrm>
            <a:off x="1200000" y="2500000"/>
            <a:ext cx="4600000" cy="90000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</p:sp>
      <p:pic>
        <p:nvPicPr>
          <p:cNvPr id="177" name="Chart Fallback 1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0000" y="2000000"/>
            <a:ext cx="8000000" cy="4000000"/>
          </a:xfrm>
          <a:prstGeom prst="rect">
            <a:avLst/>
          </a:prstGeom>
        </p:spPr>
      </p:pic>
      <p:graphicFrame>
        <p:nvGraphicFramePr>
          <p:cNvPr id="176" name="Chart 176"/>
          <p:cNvGraphicFramePr/>
          <p:nvPr/>
        </p:nvGraphicFramePr>
        <p:xfrm>
          <a:off x="12000000" y="2000000"/>
          <a:ext cx="80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178" name="Picture 1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0000" y="700000"/>
            <a:ext cx="1800000" cy="1800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作者和日期"/>
          <p:cNvSpPr txBox="1"/>
          <p:nvPr>
            <p:ph type="body" idx="2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Word"/>
          <p:cNvSpPr txBox="1"/>
          <p:nvPr>
            <p:ph type="subTitle" sz="quarter" idx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/>
          <a:p>
            <a:pPr/>
            <a:r>
              <a:t>Word</a:t>
            </a:r>
          </a:p>
        </p:txBody>
      </p:sp>
      <p:sp>
        <p:nvSpPr>
          <p:cNvPr id="177" name="Page2"/>
          <p:cNvSpPr txBox="1"/>
          <p:nvPr>
            <p:ph type="ctrTitle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/>
          <a:lstStyle/>
          <a:p>
            <a:pPr/>
            <a:r>
              <a:t>Page2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作者和日期"/>
          <p:cNvSpPr txBox="1"/>
          <p:nvPr>
            <p:ph type="body" idx="2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Hello"/>
          <p:cNvSpPr txBox="1"/>
          <p:nvPr>
            <p:ph type="subTitle" sz="quarter" idx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/>
          <a:p>
            <a:pPr/>
            <a:r>
              <a:t>Hello</a:t>
            </a:r>
          </a:p>
        </p:txBody>
      </p:sp>
      <p:sp>
        <p:nvSpPr>
          <p:cNvPr id="173" name="Page1"/>
          <p:cNvSpPr txBox="1"/>
          <p:nvPr>
            <p:ph type="ctrTitle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/>
          <a:lstStyle/>
          <a:p>
            <a:pPr/>
            <a:r>
              <a:t>Page1</a:t>
            </a:r>
          </a:p>
        </p:txBody>
      </p:sp>
      <p:sp>
        <p:nvSpPr>
          <p:cNvPr id="174" name="TextBox 174"/>
          <p:cNvSpPr txBox="1"/>
          <p:nvPr/>
        </p:nvSpPr>
        <p:spPr>
          <a:xfrm>
            <a:off x="1200000" y="900000"/>
            <a:ext cx="4600000" cy="13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r>
              <a:rPr lang="en-US" sz="2400"/>
              <a:t>PPT editing fidelity</a:t>
            </a:r>
            <a:endParaRPr lang="en-US" sz="2400"/>
          </a:p>
        </p:txBody>
      </p:sp>
      <p:sp>
        <p:nvSpPr>
          <p:cNvPr id="175" name="Shape 175"/>
          <p:cNvSpPr txBox="0"/>
          <p:nvPr/>
        </p:nvSpPr>
        <p:spPr>
          <a:xfrm>
            <a:off x="1200000" y="2500000"/>
            <a:ext cx="4600000" cy="900000"/>
          </a:xfrm>
          <a:prstGeom prst="roundRect">
            <a:avLst/>
          </a:prstGeom>
          <a:solidFill>
            <a:srgbClr val="1677FF"/>
          </a:solidFill>
          <a:ln>
            <a:noFill/>
          </a:ln>
        </p:spPr>
      </p:sp>
      <p:pic>
        <p:nvPicPr>
          <p:cNvPr id="177" name="Chart Fallback 1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0000" y="2000000"/>
            <a:ext cx="8000000" cy="4000000"/>
          </a:xfrm>
          <a:prstGeom prst="rect">
            <a:avLst/>
          </a:prstGeom>
        </p:spPr>
      </p:pic>
      <p:graphicFrame>
        <p:nvGraphicFramePr>
          <p:cNvPr id="176" name="Chart 176"/>
          <p:cNvGraphicFramePr/>
          <p:nvPr/>
        </p:nvGraphicFramePr>
        <p:xfrm>
          <a:off x="12000000" y="2000000"/>
          <a:ext cx="8000000" cy="40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pic>
        <p:nvPicPr>
          <p:cNvPr id="178" name="Picture 1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0000" y="700000"/>
            <a:ext cx="1800000" cy="1800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53585F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8_MinimalistLight">
  <a:themeElements>
    <a:clrScheme name="38_Minimalist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